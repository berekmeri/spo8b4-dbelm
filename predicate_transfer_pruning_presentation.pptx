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118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6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8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57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7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7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7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7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99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4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9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660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71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18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44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10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9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84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Algoritmus: Distributed Predicate Transfer és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Motiváció: Miért kell Predicate Transfer?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JOIN </a:t>
            </a:r>
            <a:r>
              <a:rPr dirty="0" err="1"/>
              <a:t>műveletek</a:t>
            </a:r>
            <a:r>
              <a:rPr dirty="0"/>
              <a:t> </a:t>
            </a:r>
            <a:r>
              <a:rPr dirty="0" err="1"/>
              <a:t>sok</a:t>
            </a:r>
            <a:r>
              <a:rPr dirty="0"/>
              <a:t> </a:t>
            </a:r>
            <a:r>
              <a:rPr dirty="0" err="1"/>
              <a:t>felesleges</a:t>
            </a:r>
            <a:r>
              <a:rPr dirty="0"/>
              <a:t> sort </a:t>
            </a:r>
            <a:r>
              <a:rPr dirty="0" err="1"/>
              <a:t>dolgoznak</a:t>
            </a:r>
            <a:r>
              <a:rPr dirty="0"/>
              <a:t> </a:t>
            </a:r>
            <a:r>
              <a:rPr dirty="0" err="1"/>
              <a:t>fel</a:t>
            </a:r>
            <a:endParaRPr dirty="0"/>
          </a:p>
          <a:p>
            <a:pPr>
              <a:defRPr sz="1800"/>
            </a:pPr>
            <a:r>
              <a:rPr dirty="0" err="1"/>
              <a:t>Előszűrés</a:t>
            </a:r>
            <a:r>
              <a:rPr dirty="0"/>
              <a:t> </a:t>
            </a:r>
            <a:r>
              <a:rPr dirty="0" err="1"/>
              <a:t>nélkül</a:t>
            </a:r>
            <a:r>
              <a:rPr dirty="0"/>
              <a:t> a JOIN </a:t>
            </a:r>
            <a:r>
              <a:rPr dirty="0" err="1"/>
              <a:t>nagyon</a:t>
            </a:r>
            <a:r>
              <a:rPr dirty="0"/>
              <a:t> </a:t>
            </a:r>
            <a:r>
              <a:rPr dirty="0" err="1"/>
              <a:t>drága</a:t>
            </a:r>
            <a:endParaRPr dirty="0"/>
          </a:p>
          <a:p>
            <a:pPr>
              <a:defRPr sz="1800"/>
            </a:pPr>
            <a:r>
              <a:rPr dirty="0" err="1"/>
              <a:t>Cél</a:t>
            </a:r>
            <a:r>
              <a:rPr dirty="0"/>
              <a:t>: </a:t>
            </a:r>
            <a:r>
              <a:rPr dirty="0" err="1"/>
              <a:t>minél</a:t>
            </a:r>
            <a:r>
              <a:rPr dirty="0"/>
              <a:t> </a:t>
            </a:r>
            <a:r>
              <a:rPr dirty="0" err="1"/>
              <a:t>több</a:t>
            </a:r>
            <a:r>
              <a:rPr dirty="0"/>
              <a:t> </a:t>
            </a:r>
            <a:r>
              <a:rPr dirty="0" err="1"/>
              <a:t>irreleváns</a:t>
            </a:r>
            <a:r>
              <a:rPr dirty="0"/>
              <a:t> </a:t>
            </a:r>
            <a:r>
              <a:rPr dirty="0" err="1"/>
              <a:t>sor</a:t>
            </a:r>
            <a:r>
              <a:rPr dirty="0"/>
              <a:t> </a:t>
            </a:r>
            <a:r>
              <a:rPr dirty="0" err="1"/>
              <a:t>eltávolítása</a:t>
            </a:r>
            <a:r>
              <a:rPr dirty="0"/>
              <a:t> </a:t>
            </a:r>
            <a:r>
              <a:rPr dirty="0" err="1"/>
              <a:t>még</a:t>
            </a:r>
            <a:r>
              <a:rPr dirty="0"/>
              <a:t> JOIN </a:t>
            </a:r>
            <a:r>
              <a:rPr dirty="0" err="1"/>
              <a:t>előtt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 Transfer alapötlete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Minden </a:t>
            </a:r>
            <a:r>
              <a:rPr dirty="0" err="1"/>
              <a:t>tábla</a:t>
            </a:r>
            <a:r>
              <a:rPr dirty="0"/>
              <a:t> Bloom </a:t>
            </a:r>
            <a:r>
              <a:rPr dirty="0" err="1"/>
              <a:t>filtert</a:t>
            </a:r>
            <a:r>
              <a:rPr dirty="0"/>
              <a:t> </a:t>
            </a:r>
            <a:r>
              <a:rPr dirty="0" err="1"/>
              <a:t>épít</a:t>
            </a:r>
            <a:r>
              <a:rPr dirty="0"/>
              <a:t> a join </a:t>
            </a:r>
            <a:r>
              <a:rPr dirty="0" err="1"/>
              <a:t>kulcsaira</a:t>
            </a:r>
            <a:endParaRPr dirty="0"/>
          </a:p>
          <a:p>
            <a:pPr>
              <a:defRPr sz="1800"/>
            </a:pPr>
            <a:r>
              <a:rPr dirty="0"/>
              <a:t>A </a:t>
            </a:r>
            <a:r>
              <a:rPr dirty="0" err="1"/>
              <a:t>filtereket</a:t>
            </a:r>
            <a:r>
              <a:rPr dirty="0"/>
              <a:t> </a:t>
            </a:r>
            <a:r>
              <a:rPr dirty="0" err="1"/>
              <a:t>átküldik</a:t>
            </a:r>
            <a:r>
              <a:rPr dirty="0"/>
              <a:t> a </a:t>
            </a:r>
            <a:r>
              <a:rPr dirty="0" err="1"/>
              <a:t>szomszédos</a:t>
            </a:r>
            <a:r>
              <a:rPr dirty="0"/>
              <a:t> </a:t>
            </a:r>
            <a:r>
              <a:rPr dirty="0" err="1"/>
              <a:t>tábláknak</a:t>
            </a:r>
            <a:endParaRPr dirty="0"/>
          </a:p>
          <a:p>
            <a:pPr>
              <a:defRPr sz="1800"/>
            </a:pPr>
            <a:r>
              <a:rPr dirty="0" err="1"/>
              <a:t>Ahol</a:t>
            </a:r>
            <a:r>
              <a:rPr dirty="0"/>
              <a:t> a </a:t>
            </a:r>
            <a:r>
              <a:rPr dirty="0" err="1"/>
              <a:t>kulcs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lehet</a:t>
            </a:r>
            <a:r>
              <a:rPr dirty="0"/>
              <a:t> </a:t>
            </a:r>
            <a:r>
              <a:rPr dirty="0" err="1"/>
              <a:t>találat</a:t>
            </a:r>
            <a:r>
              <a:rPr dirty="0"/>
              <a:t> → </a:t>
            </a:r>
            <a:r>
              <a:rPr dirty="0" err="1"/>
              <a:t>sor</a:t>
            </a:r>
            <a:r>
              <a:rPr dirty="0"/>
              <a:t> </a:t>
            </a:r>
            <a:r>
              <a:rPr dirty="0" err="1"/>
              <a:t>törölhető</a:t>
            </a:r>
            <a:endParaRPr dirty="0"/>
          </a:p>
          <a:p>
            <a:pPr>
              <a:defRPr sz="1800"/>
            </a:pPr>
            <a:r>
              <a:rPr dirty="0" err="1"/>
              <a:t>Két</a:t>
            </a:r>
            <a:r>
              <a:rPr dirty="0"/>
              <a:t> </a:t>
            </a:r>
            <a:r>
              <a:rPr dirty="0" err="1"/>
              <a:t>fázis</a:t>
            </a:r>
            <a:r>
              <a:rPr dirty="0"/>
              <a:t>: forward </a:t>
            </a:r>
            <a:r>
              <a:rPr dirty="0" err="1"/>
              <a:t>és</a:t>
            </a:r>
            <a:r>
              <a:rPr dirty="0"/>
              <a:t> backward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és 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Forward:</a:t>
            </a:r>
          </a:p>
          <a:p>
            <a:pPr marL="0" indent="0">
              <a:buNone/>
              <a:defRPr sz="1800"/>
            </a:pPr>
            <a:r>
              <a:rPr lang="hu-HU" dirty="0"/>
              <a:t>	A gráf irányában (gyökértől a levelek felé) terjednek a Bloom filterek,</a:t>
            </a:r>
            <a:br>
              <a:rPr lang="hu-HU" dirty="0"/>
            </a:br>
            <a:r>
              <a:rPr lang="hu-HU" dirty="0"/>
              <a:t>	és minden tábla kiszűri azokat a sorokat, amelyek biztosan nem 	illeszkednek a szomszédos táblákhoz.</a:t>
            </a:r>
          </a:p>
          <a:p>
            <a:pPr>
              <a:defRPr sz="1800"/>
            </a:pPr>
            <a:r>
              <a:rPr lang="hu-HU" dirty="0" err="1"/>
              <a:t>Backward</a:t>
            </a:r>
            <a:r>
              <a:rPr lang="hu-HU" dirty="0"/>
              <a:t>:</a:t>
            </a:r>
          </a:p>
          <a:p>
            <a:pPr marL="0" indent="0">
              <a:buNone/>
              <a:defRPr sz="1800"/>
            </a:pPr>
            <a:r>
              <a:rPr lang="hu-HU" dirty="0"/>
              <a:t>	A levelektől visszafelé terjednek a Bloom filterek,</a:t>
            </a:r>
            <a:br>
              <a:rPr lang="hu-HU" dirty="0"/>
            </a:br>
            <a:r>
              <a:rPr lang="hu-HU" dirty="0"/>
              <a:t>	így a szülő táblák is eldobhatnak olyan sorokat, amelyekhez a későbbi 	kapcsolatok szerint nincs illeszkedő rekord.</a:t>
            </a:r>
          </a:p>
          <a:p>
            <a:pPr>
              <a:defRPr sz="1800"/>
            </a:pPr>
            <a:r>
              <a:rPr dirty="0" err="1"/>
              <a:t>Eredmény</a:t>
            </a:r>
            <a:r>
              <a:rPr dirty="0"/>
              <a:t>: </a:t>
            </a:r>
            <a:endParaRPr lang="hu-HU" dirty="0"/>
          </a:p>
          <a:p>
            <a:pPr marL="0" indent="0">
              <a:buNone/>
              <a:defRPr sz="1800"/>
            </a:pPr>
            <a:r>
              <a:rPr lang="hu-HU" dirty="0"/>
              <a:t>	</a:t>
            </a:r>
            <a:r>
              <a:rPr dirty="0" err="1"/>
              <a:t>nagyon</a:t>
            </a:r>
            <a:r>
              <a:rPr dirty="0"/>
              <a:t> </a:t>
            </a:r>
            <a:r>
              <a:rPr dirty="0" err="1"/>
              <a:t>erős</a:t>
            </a:r>
            <a:r>
              <a:rPr dirty="0"/>
              <a:t> </a:t>
            </a:r>
            <a:r>
              <a:rPr dirty="0" err="1"/>
              <a:t>előszűrés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Miért kell Pruning?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Sok predicate transfer </a:t>
            </a:r>
            <a:r>
              <a:rPr dirty="0" err="1"/>
              <a:t>lépés</a:t>
            </a:r>
            <a:r>
              <a:rPr dirty="0"/>
              <a:t> </a:t>
            </a:r>
            <a:r>
              <a:rPr dirty="0" err="1"/>
              <a:t>valójában</a:t>
            </a:r>
            <a:r>
              <a:rPr dirty="0"/>
              <a:t> </a:t>
            </a:r>
            <a:r>
              <a:rPr dirty="0" err="1"/>
              <a:t>semmit</a:t>
            </a:r>
            <a:r>
              <a:rPr dirty="0"/>
              <a:t> </a:t>
            </a:r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szűr</a:t>
            </a:r>
            <a:endParaRPr dirty="0"/>
          </a:p>
          <a:p>
            <a:pPr>
              <a:defRPr sz="1800"/>
            </a:pPr>
            <a:r>
              <a:rPr dirty="0"/>
              <a:t>Minden </a:t>
            </a:r>
            <a:r>
              <a:rPr dirty="0" err="1"/>
              <a:t>fölösleges</a:t>
            </a:r>
            <a:r>
              <a:rPr dirty="0"/>
              <a:t> </a:t>
            </a:r>
            <a:r>
              <a:rPr dirty="0" err="1"/>
              <a:t>lépés</a:t>
            </a:r>
            <a:r>
              <a:rPr dirty="0"/>
              <a:t> CPU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hálózati</a:t>
            </a:r>
            <a:r>
              <a:rPr dirty="0"/>
              <a:t> </a:t>
            </a:r>
            <a:r>
              <a:rPr dirty="0" err="1"/>
              <a:t>költség</a:t>
            </a:r>
            <a:endParaRPr dirty="0"/>
          </a:p>
          <a:p>
            <a:pPr>
              <a:defRPr sz="1800"/>
            </a:pPr>
            <a:r>
              <a:rPr dirty="0" err="1"/>
              <a:t>Cél</a:t>
            </a:r>
            <a:r>
              <a:rPr dirty="0"/>
              <a:t>: </a:t>
            </a:r>
            <a:r>
              <a:rPr dirty="0" err="1"/>
              <a:t>eldönteni</a:t>
            </a:r>
            <a:r>
              <a:rPr dirty="0"/>
              <a:t>, </a:t>
            </a:r>
            <a:r>
              <a:rPr dirty="0" err="1"/>
              <a:t>mely</a:t>
            </a:r>
            <a:r>
              <a:rPr dirty="0"/>
              <a:t> </a:t>
            </a:r>
            <a:r>
              <a:rPr dirty="0" err="1"/>
              <a:t>lépéseket</a:t>
            </a:r>
            <a:r>
              <a:rPr dirty="0"/>
              <a:t> </a:t>
            </a:r>
            <a:r>
              <a:rPr dirty="0" err="1"/>
              <a:t>érdemes</a:t>
            </a:r>
            <a:r>
              <a:rPr dirty="0"/>
              <a:t> </a:t>
            </a:r>
            <a:r>
              <a:rPr dirty="0" err="1"/>
              <a:t>megtartani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Pruning feltételei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hu-HU" dirty="0"/>
              <a:t>1. </a:t>
            </a:r>
            <a:r>
              <a:rPr dirty="0"/>
              <a:t>Join Key Containment:</a:t>
            </a:r>
            <a:endParaRPr lang="hu-HU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hu-HU" dirty="0"/>
              <a:t>	</a:t>
            </a:r>
            <a:r>
              <a:rPr dirty="0" err="1"/>
              <a:t>dst.join_keys</a:t>
            </a:r>
            <a:r>
              <a:rPr dirty="0"/>
              <a:t> ⊆ </a:t>
            </a:r>
            <a:r>
              <a:rPr dirty="0" err="1"/>
              <a:t>src.join_keys</a:t>
            </a:r>
            <a:endParaRPr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hu-HU" dirty="0"/>
              <a:t>2. </a:t>
            </a:r>
            <a:r>
              <a:rPr dirty="0"/>
              <a:t>Predicate Containment:</a:t>
            </a:r>
            <a:endParaRPr lang="hu-HU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hu-HU" dirty="0"/>
              <a:t>	</a:t>
            </a:r>
            <a:r>
              <a:rPr dirty="0" err="1"/>
              <a:t>dst</a:t>
            </a:r>
            <a:r>
              <a:rPr dirty="0"/>
              <a:t> </a:t>
            </a:r>
            <a:r>
              <a:rPr dirty="0" err="1"/>
              <a:t>predikátumai</a:t>
            </a:r>
            <a:r>
              <a:rPr dirty="0"/>
              <a:t> </a:t>
            </a:r>
            <a:r>
              <a:rPr dirty="0" err="1"/>
              <a:t>legalább</a:t>
            </a:r>
            <a:r>
              <a:rPr dirty="0"/>
              <a:t> </a:t>
            </a:r>
            <a:r>
              <a:rPr dirty="0" err="1"/>
              <a:t>olyan</a:t>
            </a:r>
            <a:r>
              <a:rPr dirty="0"/>
              <a:t> </a:t>
            </a:r>
            <a:r>
              <a:rPr dirty="0" err="1"/>
              <a:t>szűkek</a:t>
            </a:r>
            <a:r>
              <a:rPr dirty="0"/>
              <a:t>, mint a </a:t>
            </a:r>
            <a:r>
              <a:rPr dirty="0" err="1"/>
              <a:t>src</a:t>
            </a:r>
            <a:r>
              <a:rPr dirty="0"/>
              <a:t> </a:t>
            </a:r>
            <a:r>
              <a:rPr dirty="0" err="1"/>
              <a:t>predikátumai</a:t>
            </a:r>
            <a:endParaRPr lang="hu-HU" dirty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hu-HU" dirty="0"/>
              <a:t>3. </a:t>
            </a:r>
            <a:r>
              <a:rPr dirty="0"/>
              <a:t>Ha </a:t>
            </a:r>
            <a:r>
              <a:rPr dirty="0" err="1"/>
              <a:t>mindkettő</a:t>
            </a:r>
            <a:r>
              <a:rPr dirty="0"/>
              <a:t> </a:t>
            </a:r>
            <a:r>
              <a:rPr dirty="0" err="1"/>
              <a:t>igaz</a:t>
            </a:r>
            <a:r>
              <a:rPr dirty="0"/>
              <a:t> → a </a:t>
            </a:r>
            <a:r>
              <a:rPr dirty="0" err="1"/>
              <a:t>lépés</a:t>
            </a:r>
            <a:r>
              <a:rPr dirty="0"/>
              <a:t> </a:t>
            </a:r>
            <a:r>
              <a:rPr dirty="0" err="1"/>
              <a:t>kihagyható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764373"/>
            <a:ext cx="6936740" cy="1293028"/>
          </a:xfrm>
        </p:spPr>
        <p:txBody>
          <a:bodyPr/>
          <a:lstStyle/>
          <a:p>
            <a:r>
              <a:rPr dirty="0" err="1"/>
              <a:t>Tesztpélda</a:t>
            </a:r>
            <a:r>
              <a:rPr dirty="0"/>
              <a:t> : </a:t>
            </a:r>
            <a:r>
              <a:rPr lang="hu-HU" dirty="0"/>
              <a:t>Gyémánt</a:t>
            </a:r>
            <a:r>
              <a:rPr dirty="0"/>
              <a:t> </a:t>
            </a:r>
            <a:r>
              <a:rPr dirty="0" err="1"/>
              <a:t>gráf</a:t>
            </a:r>
            <a:endParaRPr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F4426B0-88AF-9F73-AEA6-6BE5AD918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2493627"/>
            <a:ext cx="657973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017B-6984-C992-94C0-337FF5F5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FD39-BE94-FD01-A93B-5E4DC7F7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900" y="764373"/>
            <a:ext cx="6936740" cy="1293028"/>
          </a:xfrm>
        </p:spPr>
        <p:txBody>
          <a:bodyPr/>
          <a:lstStyle/>
          <a:p>
            <a:r>
              <a:rPr dirty="0" err="1"/>
              <a:t>Tesztpélda</a:t>
            </a:r>
            <a:r>
              <a:rPr dirty="0"/>
              <a:t> : </a:t>
            </a:r>
            <a:r>
              <a:rPr lang="hu-HU" dirty="0"/>
              <a:t>Gyémánt</a:t>
            </a:r>
            <a:r>
              <a:rPr dirty="0"/>
              <a:t> </a:t>
            </a:r>
            <a:r>
              <a:rPr dirty="0" err="1"/>
              <a:t>gráf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D032924-3B4D-3512-2BFE-27A7637C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2493627"/>
            <a:ext cx="65797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88884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csík">
  <a:themeElements>
    <a:clrScheme name="Kondenzcsík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ondenzcsík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TM04033937[[fn=Kondenzcsík]]</Template>
  <TotalTime>10726</TotalTime>
  <Words>229</Words>
  <Application>Microsoft Office PowerPoint</Application>
  <PresentationFormat>Diavetítés a képernyőre (4:3 oldalarány)</PresentationFormat>
  <Paragraphs>34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Franklin Gothic Book</vt:lpstr>
      <vt:lpstr>Franklin Gothic Medium</vt:lpstr>
      <vt:lpstr>Kondenzcsík</vt:lpstr>
      <vt:lpstr>Algoritmus: Distributed Predicate Transfer és Pruning</vt:lpstr>
      <vt:lpstr>Motiváció: Miért kell Predicate Transfer?</vt:lpstr>
      <vt:lpstr>Predicate Transfer alapötlete</vt:lpstr>
      <vt:lpstr>Forward és Backward Pass</vt:lpstr>
      <vt:lpstr>Miért kell Pruning?</vt:lpstr>
      <vt:lpstr>Pruning feltételei</vt:lpstr>
      <vt:lpstr>Tesztpélda : Gyémánt gráf</vt:lpstr>
      <vt:lpstr>Tesztpélda : Gyémánt gráf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Légrádi Bence</cp:lastModifiedBy>
  <cp:revision>4</cp:revision>
  <dcterms:created xsi:type="dcterms:W3CDTF">2013-01-27T09:14:16Z</dcterms:created>
  <dcterms:modified xsi:type="dcterms:W3CDTF">2025-12-02T10:49:44Z</dcterms:modified>
  <cp:category/>
</cp:coreProperties>
</file>